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005840"/>
            <a:ext cx="1371600" cy="137160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394960" y="10058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FLOWSAFE.AI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4612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“Predict. Prevent. Protect.”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70332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AI Platform for Pre-Congestion Prediction &amp; Proactive Safety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0" y="4297680"/>
            <a:ext cx="448056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44348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SYNAPSE³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475488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“Three Minds. One Intelligent Future.”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Ideathon 2K26 Open Innovation Prototype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FlowSafe AI • Synapse³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Dilemma of Reactive Crowd Management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207008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current safety and monitoring systems fail to prevent congestion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37360"/>
            <a:ext cx="10698480" cy="5943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3736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CORE PROBLEM: “Most systems react AFTER overcrowding has already occurred.”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514600"/>
            <a:ext cx="3383280" cy="3749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6974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📹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005840" y="3337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Blind Reactive CCTV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79476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cameras and turnstiles only detect crowds when queues are already jammed, leaving zero response window.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2514600"/>
            <a:ext cx="3383280" cy="3749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6974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63440" y="3337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Severe Time Waste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379476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and visitors lose 20–30 minutes in canteen, elevator, and gate lines with zero forward visibility.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2514600"/>
            <a:ext cx="3383280" cy="3749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26974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321040" y="3337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Sudden Surge Hazard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379476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Rain, bell intervals, or door delays cause instant human surges that escalate into dangerous stampede risks.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FlowSafe AI • Synapse³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FlowSafe AI: Pre-Congestion Intelligence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207008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crowd management from reactive panic to proactive prevention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37360"/>
            <a:ext cx="10698480" cy="594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3736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PHILOSOPHY: “Don’t wait until a place becomes crowded. Know before you go.”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514600"/>
            <a:ext cx="3383280" cy="3749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2697480"/>
            <a:ext cx="1371600" cy="256032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6974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05840" y="31089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is happening now?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5840" y="361188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real-time clock synchronization, zone occupancy status, and lookahead slope indicators (↗ / ↘ / →).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0" y="2514600"/>
            <a:ext cx="3383280" cy="3749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697480"/>
            <a:ext cx="1371600" cy="256032"/>
          </a:xfrm>
          <a:prstGeom prst="roundRect">
            <a:avLst/>
          </a:prstGeom>
          <a:solidFill>
            <a:srgbClr val="F3E8FF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26974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63440" y="31089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will happen at time T?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63440" y="361188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baseline footfall curves forecasting expected occupancy percentage and exact queue wait minutes.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0" y="2514600"/>
            <a:ext cx="3383280" cy="3749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0" y="2697480"/>
            <a:ext cx="1371600" cy="256032"/>
          </a:xfrm>
          <a:prstGeom prst="roundRect">
            <a:avLst/>
          </a:prstGeom>
          <a:solidFill>
            <a:srgbClr val="D1FAE5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26974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321040" y="31089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should we do?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321040" y="361188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4-pillar action guidance: Optimal visiting windows, low-crowd alternative zones, visitor advice, and operator directives.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INTELLIGENCE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FlowSafe AI • Synapse³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“Can I Go Now, or Should I Wait?”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207008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4-state deterministic recommendation matrix answering the visitor decision dilemma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83080"/>
            <a:ext cx="5212080" cy="2103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 to go now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06240" y="1965960"/>
            <a:ext cx="146304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965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Crowd (&lt; 45%)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05840" y="237744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entry throughput and short waiting time (&lt; 3 mins). Best time to visit.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783080"/>
            <a:ext cx="5212080" cy="210312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Better in ~10 mins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692640" y="1965960"/>
            <a:ext cx="146304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0" y="1965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 Decreasing (↘)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92240" y="237744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 is clearing out rapidly. Waiting approximately 10 minutes cuts queue delay by ~60%.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4069080"/>
            <a:ext cx="5212080" cy="21031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251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Don't go now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06240" y="4251960"/>
            <a:ext cx="146304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4251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 Increasing (↗, ≥65%)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bottleneck building up. Dynamic best upcoming time slot provided to avoid queue frustration.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0" y="4069080"/>
            <a:ext cx="52120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251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Acceptable now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692640" y="4251960"/>
            <a:ext cx="146304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0" y="4251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&amp; Stable (45%–65%)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92240" y="466344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 manageable footfall. Safe to visit with standard queue processing latency.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INTELLIGENCE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FlowSafe AI • Synapse³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4-Pillar FlowSafe Action Plan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207008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crowd predictions into actionable relief for visitors and managers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830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🕐  1. Optimal Visiting Windows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23774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primary and secondary low-tide slots strictly within the venue’s operating hours (e.g. 10:30 AM &amp; 2:15 PM for College).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33832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Clamped strictly to 8:30 AM - 4:00 PM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65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  2. Alternative Low-Crowd Zones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92240" y="23774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Surfaces nearby low-density areas (e.g. Library Annex or Sports Ground) with live available headroom to distribute footfall.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33832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1-Click Interactive Navigation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40690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251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3. Visitor Action Guide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05840" y="46634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visitor advice: Pre-order cafeteria meals via pass, transit via secondary stairwells, and stagger interval arrivals.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56692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Saves 15-20 mins per person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0" y="40690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251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 4. Management Directives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92240" y="46634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operational directives: Open auxiliary counters, broadcast digital signage alerts, and station crowd marshals.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56692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Eliminates Stampede Risks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 TESTING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FlowSafe AI • Synapse³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“What-If?” Scenario Stress Laboratory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207008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Simulating unpredicted crowd spikes and proving proactive AI mitigation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83080"/>
            <a:ext cx="33832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20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BASELINE STATE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 / 300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7889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 Occupancy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min wait (Stable)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0" y="1783080"/>
            <a:ext cx="3383280" cy="21031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920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UNMANAGED SURGE (+125)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0" y="2240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265 / 300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27889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 Occupancy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min wait (CRITICAL)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383280" cy="2103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920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WITH FLOWSAFE AI MITIGATION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29600" y="2240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 / 300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0" y="27889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 Occupancy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min wait (-75% Reduction)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4069080"/>
            <a:ext cx="10698480" cy="214884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25196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PROACTIVE BALANCING &amp; MITIGATION DIRECTIVES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4617720"/>
            <a:ext cx="10149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81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Redirection: Divert ~45% of incoming visitors to low-density zones (e.g. Library Annex or Sports Ground).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81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Scaling: Open Auxiliary Counter 3 and deploy 2 floor marshals to maintain single-file flow.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81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Digital Broadcast: Push mobile timetable delay alerts to stagger incoming visitor intervals.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&amp; PRIVACY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FlowSafe AI • Synapse³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Hardware-Agnostic &amp; Privacy-First Architecture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207008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edge deployment with zero biometric tracking or facial recognition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83080"/>
            <a:ext cx="2514600" cy="2834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659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📹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CCTV Optical AI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292608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edge bounding box person counts. Video frames processed in volatile RAM and discarded instantly.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0" y="1783080"/>
            <a:ext cx="2514600" cy="2834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9659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📶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57600" y="25146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 / BLE Probes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0" y="292608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radio signal density tracking for broad corridor movement without capturing MAC addresses or PII.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1783080"/>
            <a:ext cx="2514600" cy="2834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9659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🎟️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0" y="25146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Turnstile APIs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0" y="292608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gate entry/exit scan throughput for high-accuracy headcount calibration per entrance portal.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961120" y="1783080"/>
            <a:ext cx="2514600" cy="2834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19659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44000" y="25146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Signals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44000" y="292608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Voluntary mobile timetable sync and schedule feeds to anticipate scheduled group dismissals.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1520" y="4800600"/>
            <a:ext cx="1069848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98348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100% PRIVACY COMPLIANT &amp; EDGE-READY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53492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facial recognition • Zero biometric profiling • Zero personal data storage • Compatible with standard IP cameras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SCOPE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FlowSafe AI • Synapse³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Across 16 High-Footfall Ecosystems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207008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Modular, plug-and-play parameter tuning for diverse human density topologies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83080"/>
            <a:ext cx="25146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6596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 Colleges &amp; Campuses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Canteens, Labs, Auditoriums, Gates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0" y="1783080"/>
            <a:ext cx="25146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96596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🏟️ Stadiums &amp; Arenas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0" y="24231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Turnstile Gates, Concourse, Exits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783080"/>
            <a:ext cx="25146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96596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Hospitals &amp; Medical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0" y="24231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OPD Clinics, Pharmacy, Emergency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61120" y="1783080"/>
            <a:ext cx="25146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196596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Theatres &amp; Cinemas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0" y="24231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Office, Foyer, Concessions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4023360"/>
            <a:ext cx="25146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2062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🛍️ Malls &amp; Retail Centers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4400" y="466344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Courts, Anchor Stores, Parking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0" y="4023360"/>
            <a:ext cx="25146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42062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 Airports &amp; Terminals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0" y="466344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Screening &amp; Baggage Drop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0" y="4023360"/>
            <a:ext cx="25146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2062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🚇 Metro &amp; Railway Hubs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0" y="466344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Stairwells, Escalators, Platforms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961120" y="4023360"/>
            <a:ext cx="25146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0" y="42062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🎪 Pilgrimage &amp; Festivals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144000" y="466344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Religious Shrines &amp; Stampede Defense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11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FlowSafe AI • Synapse³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Value &amp; Return on Investment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207008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impact metrics proving the efficiency and safety of FlowSafe AI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83080"/>
            <a:ext cx="3383280" cy="4389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488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-75%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005840" y="3063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TIME REDUCTION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356616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queue frustration cut from 25 mins to under 6 mins with proactive arrival smoothing.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0" y="1783080"/>
            <a:ext cx="3383280" cy="4389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488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663440" y="3063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PRE-CONGESTION WARNING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63440" y="356616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to 30 minute early prediction window allows managers to act before chokepoints clog.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383280" cy="438912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1488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321040" y="3063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HARDWARE CAPEX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21040" y="356616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Integrates natively with existing IP cameras, turnstile gates, and timetable database APIs.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097280"/>
            <a:ext cx="1371600" cy="137160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39496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103601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FLOWSAFE AI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“Predict. Prevent. Protect.”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10360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how millions navigate high-density spaces safely, smartly, and smoothly.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We are open for Questions &amp; Feedback.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06240" y="4754880"/>
            <a:ext cx="374904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47548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Synapse³  •  Ideathon 2K26 Finalist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Ideathon 2K26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FlowSafe AI — Pitch Deck</dc:title>
  <dc:subject>Predict. Prevent. Protect.</dc:subject>
  <dc:creator>Synapse³</dc:creator>
  <cp:lastModifiedBy>Synapse³</cp:lastModifiedBy>
  <cp:revision>1</cp:revision>
  <dcterms:created xsi:type="dcterms:W3CDTF">2026-08-31T19:23:07Z</dcterms:created>
  <dcterms:modified xsi:type="dcterms:W3CDTF">2026-08-31T19:23:07Z</dcterms:modified>
</cp:coreProperties>
</file>